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7004050" cy="9290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984" y="-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5B4E25-2A3A-4D43-8AD4-D7986629D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83D7F-0F89-458F-9CBE-B587FC735D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67341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/>
            </a:lvl1pPr>
          </a:lstStyle>
          <a:p>
            <a:fld id="{13A5E1FA-D7AA-4CFD-85A7-B28DBEA0156C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586EC-E09A-4584-B40A-7F7C66CF33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DFB09-AA20-487B-ACA2-4999F5B3FA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67341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/>
            </a:lvl1pPr>
          </a:lstStyle>
          <a:p>
            <a:fld id="{ACCAF5D9-6C4A-4546-82DF-073AA71C4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740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341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/>
            </a:lvl1pPr>
          </a:lstStyle>
          <a:p>
            <a:fld id="{73574FFA-165D-4870-A9C3-A6A8619ED09A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1160463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4" tIns="46552" rIns="93104" bIns="4655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05" y="4470837"/>
            <a:ext cx="5603240" cy="3657957"/>
          </a:xfrm>
          <a:prstGeom prst="rect">
            <a:avLst/>
          </a:prstGeom>
        </p:spPr>
        <p:txBody>
          <a:bodyPr vert="horz" lIns="93104" tIns="46552" rIns="93104" bIns="4655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341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/>
            </a:lvl1pPr>
          </a:lstStyle>
          <a:p>
            <a:fld id="{82A14E0A-5E9F-47D3-A80A-491D0045E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802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AF09E-442E-470A-941A-80ABC5E37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A3CD4-2B9F-4F59-B413-CF149716A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DB4D8-1E34-47CD-9F4D-F4809B8A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D648-DC17-4F60-8761-F37B1AD1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69EF1-A250-4DC3-AEE9-B47E1F3A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2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2781-241D-4276-9B30-FA998CE7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CE9B-1ED9-4E9D-8BB4-7D8CF3E9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99783-8202-464E-8187-E51B7026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A6A04-53EC-4D31-B60F-1D01B936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7763C-CC40-46DB-A021-176DB637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1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13659-F8B2-42B7-AB67-3A457CDB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CF245-3984-4144-A94E-AF3DFA9B7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2D0C-534C-455C-9C85-A1C82B19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F6B60-139B-4021-BA9D-11989E9E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B45F8-20C6-4D0B-8ABE-A0E1A302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08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1327-F924-4135-B45C-738821D3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B79C-21D7-4526-8076-74201DA9F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3D88E-29AD-43D0-A72E-EFFF8432C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AFF04-89DC-46D5-91E4-0CAD8355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720B8-E4E6-4A6E-A787-1E23389B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7168E-A21C-42E8-9DBC-4DBE1A61F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3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DD67-E698-4872-8B0E-0C97D595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C2E00-DEFC-41D7-B7D1-8D551DE9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C997F-B032-40FA-B89E-FCEA1424E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CF8CB-B1E8-4285-BB93-BD08F8B86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8E68D4-557E-49C1-BE6D-064430463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FE3C3-5C9C-4B9F-85B6-3BC19B02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1F6EF-62AE-46B5-811F-ECD303B6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2953D-3BA5-4AB0-9F0F-1B893588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1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099B-0BB2-4FF8-8E35-59AAA091A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6250F-4BAE-48FB-88C6-97591B4E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351CD-F551-4AC3-A4F8-AEFB7647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80E1F-7287-41AF-8DAE-C106A998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2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FE74C-A38E-478B-AA79-874DEEA3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B0E39-E532-49A9-9319-09D1EE64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BDEAE-3F7C-4992-9A80-9FD67276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8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E123-34CC-4AF9-A64C-6684A690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08732-0D3E-478D-8715-940999042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2EE3E-C75B-4729-8AF3-E7BE7E958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65933-706C-48D5-9257-B41DA037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EFFF7-A425-4368-84C7-9C953CE5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0EE72-19A9-4813-9F4E-B216E440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7817-F2CB-4715-9D31-83793ED2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CA53F-C242-4892-845D-48F63172C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3A897-9C17-4F7C-B485-9AD265699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2D543-C825-4AFF-90E8-CB7068AA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8342E-8B56-4A80-8B53-30341895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EA420-ADD9-41A7-9C5C-60D53B8E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5326-D9F6-467D-90DB-669699D6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E5314-CCBB-4345-9793-9393BE45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A7732-42D7-4388-80E9-78105577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00DAD-0BA0-4AC7-9752-F45BF847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8497-42E3-4CEF-89E9-0CB1D31D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4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20FFB-F8BF-4E44-842A-047C8406B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CEC99-B8B3-44A6-8F2E-97AB07C70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6F09-7F79-417B-AF7F-D5D6C051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E3EB-39A7-439E-BD5D-50C5D3D1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5113A-F72F-42FC-B172-60D32351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8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5D97C-D299-4835-8468-E1BC1693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5AC33-6379-4F9C-AE39-A92C83EBC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78045-27E3-4E8A-8B48-F0C3B1E9E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D2EE0-CBF6-40F0-B99B-8211C94AA7AE}" type="datetimeFigureOut">
              <a:rPr lang="en-US" smtClean="0"/>
              <a:t>11/8/2020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CA652-F04B-4D1D-A489-CA0B9287B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66099-5406-4815-BB05-808540A72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CD38-56E1-44CB-A738-8B72397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3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096526-FEC9-4377-993F-4D871D0BF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-53608"/>
            <a:ext cx="9067800" cy="6965216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13FF6EB-625C-440E-AF7C-9B1E96B1481A}"/>
              </a:ext>
            </a:extLst>
          </p:cNvPr>
          <p:cNvSpPr/>
          <p:nvPr/>
        </p:nvSpPr>
        <p:spPr>
          <a:xfrm>
            <a:off x="4321174" y="1698625"/>
            <a:ext cx="815975" cy="56515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11552 Grand Pine Dr</a:t>
            </a:r>
          </a:p>
        </p:txBody>
      </p:sp>
    </p:spTree>
    <p:extLst>
      <p:ext uri="{BB962C8B-B14F-4D97-AF65-F5344CB8AC3E}">
        <p14:creationId xmlns:p14="http://schemas.microsoft.com/office/powerpoint/2010/main" val="3521302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Usner</dc:creator>
  <cp:lastModifiedBy>Michael Usner</cp:lastModifiedBy>
  <cp:revision>2</cp:revision>
  <cp:lastPrinted>2020-11-09T15:19:02Z</cp:lastPrinted>
  <dcterms:created xsi:type="dcterms:W3CDTF">2020-11-09T03:35:05Z</dcterms:created>
  <dcterms:modified xsi:type="dcterms:W3CDTF">2020-11-09T15:31:52Z</dcterms:modified>
</cp:coreProperties>
</file>